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F17D-8771-0C8E-E949-F21DFAA8A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F5893-2428-5243-D4D0-D90281EE8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C1931-3461-FDC8-A915-024AAA0A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6733A-95E4-0C86-8ABC-9DA4241E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9AFFB-9B8E-28B4-682F-1CFB5739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815630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2FD0A-6483-FCD8-86A3-1E92EC31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A5788-231E-03DD-B17A-14FBC12F2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A4815-325E-9678-522D-0E61E5B33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981C7-2F63-F3FF-9D6B-E1F9E117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E181E-DAA5-6195-B30A-9A213E48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743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AF417-4701-41DC-5BFE-159DD155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4998A-9C83-5BC2-C955-79AF9AB16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13404-576A-C37A-F698-2C50B77D1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4E5EA-AF5C-7596-41E3-AA6813E78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41C96-B1EC-270E-BA03-35DACE17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30373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3534-932E-0696-A961-CCA3C7FC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42A8A-54D0-2DAD-01D8-FCFC60E41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D49C6-7A3B-443A-60C5-4EA72E35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59808-F411-CCFA-2B9D-94B0D223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8B1E0-8C34-C69D-BA2C-F0C7021F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E2121-3388-F8BA-C751-6557BFA2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39672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19C08-5634-6C36-D77D-414DD3AC7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B7957-3EEE-6163-2172-9D99DD72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845C9-10A8-0F5E-0A50-EFED38668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7ED427-9375-0CA7-A1EE-21364C92CF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92457B-316D-BB81-43CF-36CCE0904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95FBB-EC75-A4D8-668D-9BCA41B3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543478-BD10-7156-691D-4CC3E669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85D973-BB48-C916-C6F5-EDC7E0CF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86686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1E6F2-8F16-13A0-71C3-BD76184F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A457EC-5F3D-E232-8585-47BE72DAF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EB1E-506E-5B70-78A0-28A60EFA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A8451-5B47-05E0-D062-20ADAA54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975136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D3ED2A-000F-24D8-8601-8D724D15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09FAD-F4D1-CA45-2E5D-C673C6AFF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1479C-3049-D66D-F9E5-3A5C580D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20671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261F0-B448-CBD0-8190-00CC4658E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EF0EB-8CA5-5882-9E8B-1D4EC76D9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F8E21-E030-CC6D-9309-41433C68F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51EFF-14B1-6BB5-A1AE-A5045B9B8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9A208-EB14-579B-578F-080CC629E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EA1DD-EC12-D403-0885-C9A8405D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64934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20771-C25E-191D-7290-438595850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78B4C-9694-A5AE-3CD7-F905DC966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E9E46-90ED-BCBC-39D2-8CFB2C173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48C08-553B-5FA9-E3F8-1C1A9805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3B0A6-1ED2-73E4-CEB8-EF7D24297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66913-A78D-A6A9-48FB-F63E39C5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402212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76CE-F8B7-0371-49A9-DC282E7C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1F0831-2403-5B70-D3E1-5EDFDAF07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DC2D5-D61D-0804-E478-0CE657D12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8FCC8-BF88-DB3C-D238-6DCC98457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AF583-D715-AC8C-76EA-1CB21F32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20647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74E51-9F80-5558-1990-6FBB4A193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95D46-F547-1C87-5B9D-D4A05BBB0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32AB8-5400-0DDB-2902-9BD56445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2DC02-C01C-7FD3-53A8-30D64A68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6C4D0-18A6-D2C6-100E-1A9812F3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4157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CDD253-3B71-5B77-8698-D5EB72B9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B397B-03E8-86FE-E79A-39AFE2E6F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367FC-7841-B922-77A8-B0D3D9828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2403A-C899-3F4B-846C-44B9CDF9B670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15B09-FEE3-4853-87FB-15341535C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53979-C4D8-4856-EEEB-B9572B67C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C5C20-D2FA-E84F-8BB8-D6F3F80170F0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43004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13F517-5774-0AF3-8B50-A24B1513C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36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F35EF3-D297-5684-4E0E-F89B5550C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96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BD7B92-CC17-BB98-A4F3-30A3D9C57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530" y="-158158"/>
            <a:ext cx="12311530" cy="701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87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0E8B4E-A1D3-EEB3-FF62-996777015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22E3A7-28A1-82E8-9FB3-A5898A987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45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C85615-9D58-1D0F-3AAE-9E41F8638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69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4C906E-3D19-3283-4230-A12917995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340" y="0"/>
            <a:ext cx="12342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98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9E67B9-6878-AA5A-81EC-6FD30C2BF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44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8E99F3-4557-B7F8-3F1A-C0A5303E5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32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6B15A-BC86-8730-3F9D-5D5355AD8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4410"/>
            <a:ext cx="12192000" cy="703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996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339349-A563-3C45-FC86-06D8E7627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306" y="0"/>
            <a:ext cx="122993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2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Tanzila Anwar</dc:creator>
  <cp:lastModifiedBy>Tanzila Anwar</cp:lastModifiedBy>
  <cp:revision>1</cp:revision>
  <dcterms:created xsi:type="dcterms:W3CDTF">2026-05-30T14:48:37Z</dcterms:created>
  <dcterms:modified xsi:type="dcterms:W3CDTF">2026-05-30T14:56:41Z</dcterms:modified>
</cp:coreProperties>
</file>